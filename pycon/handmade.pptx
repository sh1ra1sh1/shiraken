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4334"/>
    <a:srgbClr val="FFEAAD"/>
    <a:srgbClr val="B3E099"/>
    <a:srgbClr val="1C2130"/>
    <a:srgbClr val="028F76"/>
    <a:srgbClr val="D700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0EA78C-6863-79F9-C1ED-DDFDA7CE1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EFEE98B-E71E-023F-4FE2-AAF2E9B5A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1B51D1-2869-54EC-1905-4D6DA5F4E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45870-A77A-407B-ACBB-37BE9E56C888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176544-7A30-60E3-E8DF-4D7A13A82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C6D9AD-7C78-E24F-367A-7AC8AA560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BFC5D-72F7-4229-9681-381A23151C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5581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ACDC72-9DA5-4C2B-40E8-B74CDFF67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5AE79C-1EC9-F8FA-595B-D219416A6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573072-4242-EE08-9B3B-F29186B25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45870-A77A-407B-ACBB-37BE9E56C888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85320D-8D8A-4B0F-3C44-254A36842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2A6FEB-DEC7-0437-A7A8-1DC63E1E7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BFC5D-72F7-4229-9681-381A23151C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5427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6902FB-D396-D3BA-05E5-706DC64E1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E7047C-6A0A-CF31-75D4-3105CC81E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AC8968-3B15-91BE-B85B-F9A551BA2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45870-A77A-407B-ACBB-37BE9E56C888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663E62-1181-0CAB-5803-4536908A9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C2B1F8-6CEB-A50A-DE06-E5724A072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BFC5D-72F7-4229-9681-381A23151C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3984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F03875-AC49-8F1C-9E00-768EAB154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859467-3759-0E03-C46D-BFD203BE9A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5D66276-8598-E936-4D19-D06949E30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CC535D7-D4AA-2E5C-23BF-0A09D66F4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45870-A77A-407B-ACBB-37BE9E56C888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430E00C-2036-D0F9-842A-CED99D211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EDA0FC-D077-9F03-C89F-526D113B7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BFC5D-72F7-4229-9681-381A23151C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3552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87D611-E377-50E1-DDEE-633F0D477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6DB6969-7771-5D02-8012-46F409B37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676769A-A597-3541-D198-25A7832A7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2D8158A-10B1-09EF-EA49-138C3B8DCB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1DE3F2A-5FBD-7604-F448-02DFEA321C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FA99196-3AB2-C378-898A-52389CC05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45870-A77A-407B-ACBB-37BE9E56C888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2F1BC17-F1F7-75F4-995F-722854346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9CCBF5E-6AB5-F30D-C7C0-0446B822B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BFC5D-72F7-4229-9681-381A23151C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5902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CD0879-DDE5-80AC-D299-533954EC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F12C119-E64A-0F1F-29E4-8EA670694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45870-A77A-407B-ACBB-37BE9E56C888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DAB5175-551D-61A4-2A7E-E17A6E6CA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568F4D1-8323-6400-737B-F204AF04B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BFC5D-72F7-4229-9681-381A23151C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274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2A42C89-ABFE-54C8-1D13-E4D42C650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45870-A77A-407B-ACBB-37BE9E56C888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7DD97BA-D10C-FDE5-06AC-C84569081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08B7282-1884-8284-D0E5-A2D999C43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BFC5D-72F7-4229-9681-381A23151C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0852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CB88A0-F09F-25A7-C541-8074B7BD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84C3406-AD5A-219F-9C88-1C9B9B64E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33D02E-2D14-5278-E1DA-10CB5F3C0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272FA74-C4E6-5E6F-9CF3-43B6BCF13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45870-A77A-407B-ACBB-37BE9E56C888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C940CEA-BAA4-36A0-2ED6-2960BDD56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5D5E40A-DD55-FF9A-8B23-EAF20274D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BFC5D-72F7-4229-9681-381A23151C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7590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0B6BD9-2CBC-BD20-806D-57998D927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642A875-429E-392F-81F5-E71629B02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EC64047-7F65-6F86-3B64-76D0DE4BE3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B04B76B-3497-70B8-E94A-09961E9AF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45870-A77A-407B-ACBB-37BE9E56C888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A33696E-82C7-BE8D-F087-63E77CF64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3DE4F36-879F-DD93-BF24-5353D6ABC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BFC5D-72F7-4229-9681-381A23151C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753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B8C524-674B-752B-5E0C-70B7B5CCC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634BE19-CD5F-5189-07B8-2ED7DEC07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C24406-BF63-4B33-FAEA-1B4F34A86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45870-A77A-407B-ACBB-37BE9E56C888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2011B2-0E31-431A-4403-08FE015EC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7F7F80-ACD4-9939-1611-4E3C73FE2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BFC5D-72F7-4229-9681-381A23151C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3716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DBB22BD-03DB-9C8D-C59C-671161879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2B9339-DACB-AF0A-A919-E2840865DC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A2F584-432B-2B96-F2F0-3F151C044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45870-A77A-407B-ACBB-37BE9E56C888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A8D575-F72D-05C9-505F-C0BAA44B2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3A19DF-82DC-0407-4BAD-EF120CE70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BFC5D-72F7-4229-9681-381A23151C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9509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1C26424-BAC7-0674-4237-6FE9F32FE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77201A-FF43-64CD-390D-756D64B34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2506CB-A2B3-2142-6AB6-99839F7DEC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445870-A77A-407B-ACBB-37BE9E56C888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757214-5E20-92B8-1EF5-B7D4DFD95F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C181B5-BFB5-00CB-005A-6466B0623E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5BFC5D-72F7-4229-9681-381A23151C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5921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6178318F-A82B-BF87-033C-B077F71ED7DF}"/>
              </a:ext>
            </a:extLst>
          </p:cNvPr>
          <p:cNvGrpSpPr/>
          <p:nvPr/>
        </p:nvGrpSpPr>
        <p:grpSpPr>
          <a:xfrm>
            <a:off x="1776000" y="729000"/>
            <a:ext cx="8640000" cy="5400000"/>
            <a:chOff x="1776000" y="729000"/>
            <a:chExt cx="8640000" cy="5400000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503A138A-1B9C-6CFB-A117-B4BA85CE8C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76000" y="729000"/>
              <a:ext cx="864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63F38451-644B-E2A9-091B-4F09110448EF}"/>
                </a:ext>
              </a:extLst>
            </p:cNvPr>
            <p:cNvSpPr txBox="1"/>
            <p:nvPr/>
          </p:nvSpPr>
          <p:spPr>
            <a:xfrm>
              <a:off x="3695343" y="4448835"/>
              <a:ext cx="4801314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7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 IMAGE</a:t>
              </a:r>
              <a:endParaRPr kumimoji="1" lang="ja-JP" altLang="en-US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" name="グラフィックス 9" descr="画像 枠線">
              <a:extLst>
                <a:ext uri="{FF2B5EF4-FFF2-40B4-BE49-F238E27FC236}">
                  <a16:creationId xmlns:a16="http://schemas.microsoft.com/office/drawing/2014/main" id="{24D572A0-8AC7-0075-75E3-A387EDB68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36000" y="729000"/>
              <a:ext cx="4320000" cy="43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0617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29E2B367-0104-8189-C1F7-3AE72253632F}"/>
              </a:ext>
            </a:extLst>
          </p:cNvPr>
          <p:cNvGrpSpPr/>
          <p:nvPr/>
        </p:nvGrpSpPr>
        <p:grpSpPr>
          <a:xfrm>
            <a:off x="3936000" y="1269000"/>
            <a:ext cx="4320000" cy="4320000"/>
            <a:chOff x="3936000" y="1269000"/>
            <a:chExt cx="4320000" cy="4320000"/>
          </a:xfrm>
        </p:grpSpPr>
        <p:sp>
          <p:nvSpPr>
            <p:cNvPr id="4" name="楕円 3">
              <a:extLst>
                <a:ext uri="{FF2B5EF4-FFF2-40B4-BE49-F238E27FC236}">
                  <a16:creationId xmlns:a16="http://schemas.microsoft.com/office/drawing/2014/main" id="{7D3A9505-485C-3625-F083-415DEA921A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36000" y="1269000"/>
              <a:ext cx="4320000" cy="432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B550629A-FAD5-FB8D-48F1-76B01AABDC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76000" y="1809000"/>
              <a:ext cx="3240000" cy="3240000"/>
            </a:xfrm>
            <a:prstGeom prst="ellipse">
              <a:avLst/>
            </a:prstGeom>
            <a:solidFill>
              <a:srgbClr val="D700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34203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C1AF6D-DEC5-4C9A-0E68-AE5A5EC08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E45509E1-9B40-A9FC-F8A4-CFFC44241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000" y="1539000"/>
            <a:ext cx="7200000" cy="37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39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A1F3A69-DF8F-D26F-1C12-82349DA4FFD2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000" y="1539000"/>
            <a:ext cx="6048000" cy="37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290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C4747537-C775-E784-3C8E-F363EA4F0EF8}"/>
              </a:ext>
            </a:extLst>
          </p:cNvPr>
          <p:cNvGrpSpPr/>
          <p:nvPr/>
        </p:nvGrpSpPr>
        <p:grpSpPr>
          <a:xfrm>
            <a:off x="2209652" y="1403999"/>
            <a:ext cx="7772752" cy="4050726"/>
            <a:chOff x="2209652" y="1403999"/>
            <a:chExt cx="7772752" cy="4050726"/>
          </a:xfrm>
        </p:grpSpPr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4C3D3860-DD85-E40B-C3ED-F5C1FF59FA6D}"/>
                </a:ext>
              </a:extLst>
            </p:cNvPr>
            <p:cNvSpPr/>
            <p:nvPr/>
          </p:nvSpPr>
          <p:spPr>
            <a:xfrm rot="21053759">
              <a:off x="2209652" y="1497912"/>
              <a:ext cx="1400542" cy="3956813"/>
            </a:xfrm>
            <a:custGeom>
              <a:avLst/>
              <a:gdLst>
                <a:gd name="csX0" fmla="*/ 598100 w 1400542"/>
                <a:gd name="csY0" fmla="*/ 0 h 3956813"/>
                <a:gd name="csX1" fmla="*/ 1400541 w 1400542"/>
                <a:gd name="csY1" fmla="*/ 128588 h 3956813"/>
                <a:gd name="csX2" fmla="*/ 1400542 w 1400542"/>
                <a:gd name="csY2" fmla="*/ 3956813 h 3956813"/>
                <a:gd name="csX3" fmla="*/ 0 w 1400542"/>
                <a:gd name="csY3" fmla="*/ 3732382 h 3956813"/>
                <a:gd name="csX4" fmla="*/ 598100 w 1400542"/>
                <a:gd name="csY4" fmla="*/ 0 h 39568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00542" h="3956813">
                  <a:moveTo>
                    <a:pt x="598100" y="0"/>
                  </a:moveTo>
                  <a:lnTo>
                    <a:pt x="1400541" y="128588"/>
                  </a:lnTo>
                  <a:lnTo>
                    <a:pt x="1400542" y="3956813"/>
                  </a:lnTo>
                  <a:lnTo>
                    <a:pt x="0" y="3732382"/>
                  </a:lnTo>
                  <a:lnTo>
                    <a:pt x="598100" y="0"/>
                  </a:lnTo>
                  <a:close/>
                </a:path>
              </a:pathLst>
            </a:custGeom>
            <a:solidFill>
              <a:srgbClr val="FFEAA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フリーフォーム: 図形 47">
              <a:extLst>
                <a:ext uri="{FF2B5EF4-FFF2-40B4-BE49-F238E27FC236}">
                  <a16:creationId xmlns:a16="http://schemas.microsoft.com/office/drawing/2014/main" id="{A7EE1FE7-464A-7DE7-3249-E9AC69B279F4}"/>
                </a:ext>
              </a:extLst>
            </p:cNvPr>
            <p:cNvSpPr/>
            <p:nvPr/>
          </p:nvSpPr>
          <p:spPr>
            <a:xfrm rot="21053759">
              <a:off x="3801848" y="1486043"/>
              <a:ext cx="360001" cy="3885914"/>
            </a:xfrm>
            <a:custGeom>
              <a:avLst/>
              <a:gdLst>
                <a:gd name="csX0" fmla="*/ 0 w 360001"/>
                <a:gd name="csY0" fmla="*/ 0 h 3885914"/>
                <a:gd name="csX1" fmla="*/ 360000 w 360001"/>
                <a:gd name="csY1" fmla="*/ 57688 h 3885914"/>
                <a:gd name="csX2" fmla="*/ 360001 w 360001"/>
                <a:gd name="csY2" fmla="*/ 3885914 h 3885914"/>
                <a:gd name="csX3" fmla="*/ 0 w 360001"/>
                <a:gd name="csY3" fmla="*/ 3828225 h 3885914"/>
                <a:gd name="csX4" fmla="*/ 0 w 360001"/>
                <a:gd name="csY4" fmla="*/ 0 h 38859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60001" h="3885914">
                  <a:moveTo>
                    <a:pt x="0" y="0"/>
                  </a:moveTo>
                  <a:lnTo>
                    <a:pt x="360000" y="57688"/>
                  </a:lnTo>
                  <a:lnTo>
                    <a:pt x="360001" y="3885914"/>
                  </a:lnTo>
                  <a:lnTo>
                    <a:pt x="0" y="3828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E0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フリーフォーム: 図形 46">
              <a:extLst>
                <a:ext uri="{FF2B5EF4-FFF2-40B4-BE49-F238E27FC236}">
                  <a16:creationId xmlns:a16="http://schemas.microsoft.com/office/drawing/2014/main" id="{ADD47100-6C63-0E08-DB0C-4C8672E5D2FC}"/>
                </a:ext>
              </a:extLst>
            </p:cNvPr>
            <p:cNvSpPr/>
            <p:nvPr/>
          </p:nvSpPr>
          <p:spPr>
            <a:xfrm rot="21053759">
              <a:off x="4361336" y="1486043"/>
              <a:ext cx="360001" cy="3885914"/>
            </a:xfrm>
            <a:custGeom>
              <a:avLst/>
              <a:gdLst>
                <a:gd name="csX0" fmla="*/ 0 w 360001"/>
                <a:gd name="csY0" fmla="*/ 0 h 3885914"/>
                <a:gd name="csX1" fmla="*/ 360000 w 360001"/>
                <a:gd name="csY1" fmla="*/ 57689 h 3885914"/>
                <a:gd name="csX2" fmla="*/ 360001 w 360001"/>
                <a:gd name="csY2" fmla="*/ 3885914 h 3885914"/>
                <a:gd name="csX3" fmla="*/ 0 w 360001"/>
                <a:gd name="csY3" fmla="*/ 3828225 h 3885914"/>
                <a:gd name="csX4" fmla="*/ 0 w 360001"/>
                <a:gd name="csY4" fmla="*/ 0 h 38859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60001" h="3885914">
                  <a:moveTo>
                    <a:pt x="0" y="0"/>
                  </a:moveTo>
                  <a:lnTo>
                    <a:pt x="360000" y="57689"/>
                  </a:lnTo>
                  <a:lnTo>
                    <a:pt x="360001" y="3885914"/>
                  </a:lnTo>
                  <a:lnTo>
                    <a:pt x="0" y="3828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28F7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フリーフォーム: 図形 45">
              <a:extLst>
                <a:ext uri="{FF2B5EF4-FFF2-40B4-BE49-F238E27FC236}">
                  <a16:creationId xmlns:a16="http://schemas.microsoft.com/office/drawing/2014/main" id="{58F8100D-1083-01BE-7C90-D3A10A040D33}"/>
                </a:ext>
              </a:extLst>
            </p:cNvPr>
            <p:cNvSpPr/>
            <p:nvPr/>
          </p:nvSpPr>
          <p:spPr>
            <a:xfrm rot="21053759">
              <a:off x="4920822" y="1457199"/>
              <a:ext cx="720000" cy="3943602"/>
            </a:xfrm>
            <a:custGeom>
              <a:avLst/>
              <a:gdLst>
                <a:gd name="csX0" fmla="*/ 1 w 720000"/>
                <a:gd name="csY0" fmla="*/ 0 h 3943602"/>
                <a:gd name="csX1" fmla="*/ 720000 w 720000"/>
                <a:gd name="csY1" fmla="*/ 115377 h 3943602"/>
                <a:gd name="csX2" fmla="*/ 720000 w 720000"/>
                <a:gd name="csY2" fmla="*/ 3943602 h 3943602"/>
                <a:gd name="csX3" fmla="*/ 0 w 720000"/>
                <a:gd name="csY3" fmla="*/ 3828225 h 3943602"/>
                <a:gd name="csX4" fmla="*/ 1 w 720000"/>
                <a:gd name="csY4" fmla="*/ 0 h 3943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0000" h="3943602">
                  <a:moveTo>
                    <a:pt x="1" y="0"/>
                  </a:moveTo>
                  <a:lnTo>
                    <a:pt x="720000" y="115377"/>
                  </a:lnTo>
                  <a:lnTo>
                    <a:pt x="720000" y="3943602"/>
                  </a:lnTo>
                  <a:lnTo>
                    <a:pt x="0" y="38282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28F7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フリーフォーム: 図形 44">
              <a:extLst>
                <a:ext uri="{FF2B5EF4-FFF2-40B4-BE49-F238E27FC236}">
                  <a16:creationId xmlns:a16="http://schemas.microsoft.com/office/drawing/2014/main" id="{8E6B2DCD-BE7F-5790-1A68-86AA9BD04DE9}"/>
                </a:ext>
              </a:extLst>
            </p:cNvPr>
            <p:cNvSpPr/>
            <p:nvPr/>
          </p:nvSpPr>
          <p:spPr>
            <a:xfrm rot="21053759">
              <a:off x="5840312" y="1486043"/>
              <a:ext cx="360001" cy="3885914"/>
            </a:xfrm>
            <a:custGeom>
              <a:avLst/>
              <a:gdLst>
                <a:gd name="csX0" fmla="*/ 0 w 360001"/>
                <a:gd name="csY0" fmla="*/ 0 h 3885914"/>
                <a:gd name="csX1" fmla="*/ 360000 w 360001"/>
                <a:gd name="csY1" fmla="*/ 57689 h 3885914"/>
                <a:gd name="csX2" fmla="*/ 360001 w 360001"/>
                <a:gd name="csY2" fmla="*/ 3885914 h 3885914"/>
                <a:gd name="csX3" fmla="*/ 0 w 360001"/>
                <a:gd name="csY3" fmla="*/ 3828226 h 3885914"/>
                <a:gd name="csX4" fmla="*/ 0 w 360001"/>
                <a:gd name="csY4" fmla="*/ 0 h 38859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60001" h="3885914">
                  <a:moveTo>
                    <a:pt x="0" y="0"/>
                  </a:moveTo>
                  <a:lnTo>
                    <a:pt x="360000" y="57689"/>
                  </a:lnTo>
                  <a:lnTo>
                    <a:pt x="360001" y="3885914"/>
                  </a:lnTo>
                  <a:lnTo>
                    <a:pt x="0" y="3828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213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フリーフォーム: 図形 43">
              <a:extLst>
                <a:ext uri="{FF2B5EF4-FFF2-40B4-BE49-F238E27FC236}">
                  <a16:creationId xmlns:a16="http://schemas.microsoft.com/office/drawing/2014/main" id="{41A7AF5B-7469-D548-974C-90C7EFC7CEAC}"/>
                </a:ext>
              </a:extLst>
            </p:cNvPr>
            <p:cNvSpPr/>
            <p:nvPr/>
          </p:nvSpPr>
          <p:spPr>
            <a:xfrm rot="21053759">
              <a:off x="6399799" y="1428356"/>
              <a:ext cx="1080000" cy="4001291"/>
            </a:xfrm>
            <a:custGeom>
              <a:avLst/>
              <a:gdLst>
                <a:gd name="csX0" fmla="*/ 0 w 1080000"/>
                <a:gd name="csY0" fmla="*/ 0 h 4001291"/>
                <a:gd name="csX1" fmla="*/ 1080000 w 1080000"/>
                <a:gd name="csY1" fmla="*/ 173066 h 4001291"/>
                <a:gd name="csX2" fmla="*/ 1080000 w 1080000"/>
                <a:gd name="csY2" fmla="*/ 4001291 h 4001291"/>
                <a:gd name="csX3" fmla="*/ 0 w 1080000"/>
                <a:gd name="csY3" fmla="*/ 3828225 h 4001291"/>
                <a:gd name="csX4" fmla="*/ 0 w 1080000"/>
                <a:gd name="csY4" fmla="*/ 0 h 40012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80000" h="4001291">
                  <a:moveTo>
                    <a:pt x="0" y="0"/>
                  </a:moveTo>
                  <a:lnTo>
                    <a:pt x="1080000" y="173066"/>
                  </a:lnTo>
                  <a:lnTo>
                    <a:pt x="1080000" y="4001291"/>
                  </a:lnTo>
                  <a:lnTo>
                    <a:pt x="0" y="3828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E0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フリーフォーム: 図形 42">
              <a:extLst>
                <a:ext uri="{FF2B5EF4-FFF2-40B4-BE49-F238E27FC236}">
                  <a16:creationId xmlns:a16="http://schemas.microsoft.com/office/drawing/2014/main" id="{2532F1A0-40ED-E251-B41A-E0B31D99EFAC}"/>
                </a:ext>
              </a:extLst>
            </p:cNvPr>
            <p:cNvSpPr/>
            <p:nvPr/>
          </p:nvSpPr>
          <p:spPr>
            <a:xfrm rot="21053759">
              <a:off x="7679286" y="1457200"/>
              <a:ext cx="720000" cy="3943603"/>
            </a:xfrm>
            <a:custGeom>
              <a:avLst/>
              <a:gdLst>
                <a:gd name="csX0" fmla="*/ 0 w 720000"/>
                <a:gd name="csY0" fmla="*/ 0 h 3943603"/>
                <a:gd name="csX1" fmla="*/ 720000 w 720000"/>
                <a:gd name="csY1" fmla="*/ 115377 h 3943603"/>
                <a:gd name="csX2" fmla="*/ 720000 w 720000"/>
                <a:gd name="csY2" fmla="*/ 3943603 h 3943603"/>
                <a:gd name="csX3" fmla="*/ 0 w 720000"/>
                <a:gd name="csY3" fmla="*/ 3828226 h 3943603"/>
                <a:gd name="csX4" fmla="*/ 0 w 720000"/>
                <a:gd name="csY4" fmla="*/ 0 h 39436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20000" h="3943603">
                  <a:moveTo>
                    <a:pt x="0" y="0"/>
                  </a:moveTo>
                  <a:lnTo>
                    <a:pt x="720000" y="115377"/>
                  </a:lnTo>
                  <a:lnTo>
                    <a:pt x="720000" y="3943603"/>
                  </a:lnTo>
                  <a:lnTo>
                    <a:pt x="0" y="3828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AA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フリーフォーム: 図形 41">
              <a:extLst>
                <a:ext uri="{FF2B5EF4-FFF2-40B4-BE49-F238E27FC236}">
                  <a16:creationId xmlns:a16="http://schemas.microsoft.com/office/drawing/2014/main" id="{75B2BFBA-F462-F4DF-197F-C727387FE5B3}"/>
                </a:ext>
              </a:extLst>
            </p:cNvPr>
            <p:cNvSpPr/>
            <p:nvPr/>
          </p:nvSpPr>
          <p:spPr>
            <a:xfrm rot="21053759">
              <a:off x="8590881" y="1403999"/>
              <a:ext cx="1391523" cy="3955369"/>
            </a:xfrm>
            <a:custGeom>
              <a:avLst/>
              <a:gdLst>
                <a:gd name="csX0" fmla="*/ 0 w 1391523"/>
                <a:gd name="csY0" fmla="*/ 0 h 3955369"/>
                <a:gd name="csX1" fmla="*/ 1391523 w 1391523"/>
                <a:gd name="csY1" fmla="*/ 222986 h 3955369"/>
                <a:gd name="csX2" fmla="*/ 793424 w 1391523"/>
                <a:gd name="csY2" fmla="*/ 3955369 h 3955369"/>
                <a:gd name="csX3" fmla="*/ 0 w 1391523"/>
                <a:gd name="csY3" fmla="*/ 3828226 h 3955369"/>
                <a:gd name="csX4" fmla="*/ 0 w 1391523"/>
                <a:gd name="csY4" fmla="*/ 0 h 39553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91523" h="3955369">
                  <a:moveTo>
                    <a:pt x="0" y="0"/>
                  </a:moveTo>
                  <a:lnTo>
                    <a:pt x="1391523" y="222986"/>
                  </a:lnTo>
                  <a:lnTo>
                    <a:pt x="793424" y="3955369"/>
                  </a:lnTo>
                  <a:lnTo>
                    <a:pt x="0" y="3828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433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フリーフォーム: 図形 32">
              <a:extLst>
                <a:ext uri="{FF2B5EF4-FFF2-40B4-BE49-F238E27FC236}">
                  <a16:creationId xmlns:a16="http://schemas.microsoft.com/office/drawing/2014/main" id="{719DFB38-5970-43D9-468A-9C2651F1A4CB}"/>
                </a:ext>
              </a:extLst>
            </p:cNvPr>
            <p:cNvSpPr/>
            <p:nvPr/>
          </p:nvSpPr>
          <p:spPr>
            <a:xfrm rot="21053759">
              <a:off x="3612728" y="1500014"/>
              <a:ext cx="185638" cy="3857973"/>
            </a:xfrm>
            <a:custGeom>
              <a:avLst/>
              <a:gdLst>
                <a:gd name="csX0" fmla="*/ 0 w 185638"/>
                <a:gd name="csY0" fmla="*/ 0 h 3857973"/>
                <a:gd name="csX1" fmla="*/ 185638 w 185638"/>
                <a:gd name="csY1" fmla="*/ 29748 h 3857973"/>
                <a:gd name="csX2" fmla="*/ 185638 w 185638"/>
                <a:gd name="csY2" fmla="*/ 3857973 h 3857973"/>
                <a:gd name="csX3" fmla="*/ 1 w 185638"/>
                <a:gd name="csY3" fmla="*/ 3828225 h 3857973"/>
                <a:gd name="csX4" fmla="*/ 0 w 185638"/>
                <a:gd name="csY4" fmla="*/ 0 h 38579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5638" h="3857973">
                  <a:moveTo>
                    <a:pt x="0" y="0"/>
                  </a:moveTo>
                  <a:lnTo>
                    <a:pt x="185638" y="29748"/>
                  </a:lnTo>
                  <a:lnTo>
                    <a:pt x="185638" y="3857973"/>
                  </a:lnTo>
                  <a:lnTo>
                    <a:pt x="1" y="3828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フリーフォーム: 図形 31">
              <a:extLst>
                <a:ext uri="{FF2B5EF4-FFF2-40B4-BE49-F238E27FC236}">
                  <a16:creationId xmlns:a16="http://schemas.microsoft.com/office/drawing/2014/main" id="{344FEAB0-052E-C5B7-D944-B408BD585F20}"/>
                </a:ext>
              </a:extLst>
            </p:cNvPr>
            <p:cNvSpPr/>
            <p:nvPr/>
          </p:nvSpPr>
          <p:spPr>
            <a:xfrm rot="21053759">
              <a:off x="4165371" y="1499469"/>
              <a:ext cx="192440" cy="3859063"/>
            </a:xfrm>
            <a:custGeom>
              <a:avLst/>
              <a:gdLst>
                <a:gd name="csX0" fmla="*/ 0 w 192440"/>
                <a:gd name="csY0" fmla="*/ 0 h 3859063"/>
                <a:gd name="csX1" fmla="*/ 192440 w 192440"/>
                <a:gd name="csY1" fmla="*/ 30838 h 3859063"/>
                <a:gd name="csX2" fmla="*/ 192440 w 192440"/>
                <a:gd name="csY2" fmla="*/ 3859063 h 3859063"/>
                <a:gd name="csX3" fmla="*/ 1 w 192440"/>
                <a:gd name="csY3" fmla="*/ 3828226 h 3859063"/>
                <a:gd name="csX4" fmla="*/ 0 w 192440"/>
                <a:gd name="csY4" fmla="*/ 0 h 38590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2440" h="3859063">
                  <a:moveTo>
                    <a:pt x="0" y="0"/>
                  </a:moveTo>
                  <a:lnTo>
                    <a:pt x="192440" y="30838"/>
                  </a:lnTo>
                  <a:lnTo>
                    <a:pt x="192440" y="3859063"/>
                  </a:lnTo>
                  <a:lnTo>
                    <a:pt x="1" y="3828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フリーフォーム: 図形 30">
              <a:extLst>
                <a:ext uri="{FF2B5EF4-FFF2-40B4-BE49-F238E27FC236}">
                  <a16:creationId xmlns:a16="http://schemas.microsoft.com/office/drawing/2014/main" id="{BF2D3B44-24FA-844D-D2A4-88F3B00FA549}"/>
                </a:ext>
              </a:extLst>
            </p:cNvPr>
            <p:cNvSpPr/>
            <p:nvPr/>
          </p:nvSpPr>
          <p:spPr>
            <a:xfrm rot="21053759">
              <a:off x="4724845" y="1499651"/>
              <a:ext cx="190173" cy="3858699"/>
            </a:xfrm>
            <a:custGeom>
              <a:avLst/>
              <a:gdLst>
                <a:gd name="csX0" fmla="*/ 0 w 190173"/>
                <a:gd name="csY0" fmla="*/ 0 h 3858699"/>
                <a:gd name="csX1" fmla="*/ 190173 w 190173"/>
                <a:gd name="csY1" fmla="*/ 30474 h 3858699"/>
                <a:gd name="csX2" fmla="*/ 190172 w 190173"/>
                <a:gd name="csY2" fmla="*/ 3858699 h 3858699"/>
                <a:gd name="csX3" fmla="*/ 1 w 190173"/>
                <a:gd name="csY3" fmla="*/ 3828225 h 3858699"/>
                <a:gd name="csX4" fmla="*/ 0 w 190173"/>
                <a:gd name="csY4" fmla="*/ 0 h 38586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0173" h="3858699">
                  <a:moveTo>
                    <a:pt x="0" y="0"/>
                  </a:moveTo>
                  <a:lnTo>
                    <a:pt x="190173" y="30474"/>
                  </a:lnTo>
                  <a:lnTo>
                    <a:pt x="190172" y="3858699"/>
                  </a:lnTo>
                  <a:lnTo>
                    <a:pt x="1" y="3828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フリーフォーム: 図形 29">
              <a:extLst>
                <a:ext uri="{FF2B5EF4-FFF2-40B4-BE49-F238E27FC236}">
                  <a16:creationId xmlns:a16="http://schemas.microsoft.com/office/drawing/2014/main" id="{76DB9D82-4BE8-345D-5164-FFC8176E7B34}"/>
                </a:ext>
              </a:extLst>
            </p:cNvPr>
            <p:cNvSpPr/>
            <p:nvPr/>
          </p:nvSpPr>
          <p:spPr>
            <a:xfrm rot="21053759">
              <a:off x="5646629" y="1499650"/>
              <a:ext cx="190173" cy="3858700"/>
            </a:xfrm>
            <a:custGeom>
              <a:avLst/>
              <a:gdLst>
                <a:gd name="csX0" fmla="*/ 0 w 190173"/>
                <a:gd name="csY0" fmla="*/ 0 h 3858700"/>
                <a:gd name="csX1" fmla="*/ 190173 w 190173"/>
                <a:gd name="csY1" fmla="*/ 30474 h 3858700"/>
                <a:gd name="csX2" fmla="*/ 190173 w 190173"/>
                <a:gd name="csY2" fmla="*/ 3858700 h 3858700"/>
                <a:gd name="csX3" fmla="*/ 0 w 190173"/>
                <a:gd name="csY3" fmla="*/ 3828225 h 3858700"/>
                <a:gd name="csX4" fmla="*/ 0 w 190173"/>
                <a:gd name="csY4" fmla="*/ 0 h 3858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0173" h="3858700">
                  <a:moveTo>
                    <a:pt x="0" y="0"/>
                  </a:moveTo>
                  <a:lnTo>
                    <a:pt x="190173" y="30474"/>
                  </a:lnTo>
                  <a:lnTo>
                    <a:pt x="190173" y="3858700"/>
                  </a:lnTo>
                  <a:lnTo>
                    <a:pt x="0" y="3828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フリーフォーム: 図形 28">
              <a:extLst>
                <a:ext uri="{FF2B5EF4-FFF2-40B4-BE49-F238E27FC236}">
                  <a16:creationId xmlns:a16="http://schemas.microsoft.com/office/drawing/2014/main" id="{3C06AF86-AB1B-7F44-CBA6-E9FAED6AC373}"/>
                </a:ext>
              </a:extLst>
            </p:cNvPr>
            <p:cNvSpPr/>
            <p:nvPr/>
          </p:nvSpPr>
          <p:spPr>
            <a:xfrm rot="21053759">
              <a:off x="6203807" y="1499832"/>
              <a:ext cx="187905" cy="3858336"/>
            </a:xfrm>
            <a:custGeom>
              <a:avLst/>
              <a:gdLst>
                <a:gd name="csX0" fmla="*/ 0 w 187905"/>
                <a:gd name="csY0" fmla="*/ 0 h 3858336"/>
                <a:gd name="csX1" fmla="*/ 187905 w 187905"/>
                <a:gd name="csY1" fmla="*/ 30111 h 3858336"/>
                <a:gd name="csX2" fmla="*/ 187905 w 187905"/>
                <a:gd name="csY2" fmla="*/ 3858336 h 3858336"/>
                <a:gd name="csX3" fmla="*/ 1 w 187905"/>
                <a:gd name="csY3" fmla="*/ 3828225 h 3858336"/>
                <a:gd name="csX4" fmla="*/ 0 w 187905"/>
                <a:gd name="csY4" fmla="*/ 0 h 38583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7905" h="3858336">
                  <a:moveTo>
                    <a:pt x="0" y="0"/>
                  </a:moveTo>
                  <a:lnTo>
                    <a:pt x="187905" y="30111"/>
                  </a:lnTo>
                  <a:lnTo>
                    <a:pt x="187905" y="3858336"/>
                  </a:lnTo>
                  <a:lnTo>
                    <a:pt x="1" y="3828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フリーフォーム: 図形 27">
              <a:extLst>
                <a:ext uri="{FF2B5EF4-FFF2-40B4-BE49-F238E27FC236}">
                  <a16:creationId xmlns:a16="http://schemas.microsoft.com/office/drawing/2014/main" id="{2FFA2661-DC60-FFCE-E62E-0E175690BFC6}"/>
                </a:ext>
              </a:extLst>
            </p:cNvPr>
            <p:cNvSpPr/>
            <p:nvPr/>
          </p:nvSpPr>
          <p:spPr>
            <a:xfrm rot="21053759">
              <a:off x="7487873" y="1500014"/>
              <a:ext cx="185637" cy="3857973"/>
            </a:xfrm>
            <a:custGeom>
              <a:avLst/>
              <a:gdLst>
                <a:gd name="csX0" fmla="*/ 0 w 185637"/>
                <a:gd name="csY0" fmla="*/ 0 h 3857973"/>
                <a:gd name="csX1" fmla="*/ 185637 w 185637"/>
                <a:gd name="csY1" fmla="*/ 29747 h 3857973"/>
                <a:gd name="csX2" fmla="*/ 185637 w 185637"/>
                <a:gd name="csY2" fmla="*/ 3857973 h 3857973"/>
                <a:gd name="csX3" fmla="*/ 0 w 185637"/>
                <a:gd name="csY3" fmla="*/ 3828225 h 3857973"/>
                <a:gd name="csX4" fmla="*/ 0 w 185637"/>
                <a:gd name="csY4" fmla="*/ 0 h 38579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5637" h="3857973">
                  <a:moveTo>
                    <a:pt x="0" y="0"/>
                  </a:moveTo>
                  <a:lnTo>
                    <a:pt x="185637" y="29747"/>
                  </a:lnTo>
                  <a:lnTo>
                    <a:pt x="185637" y="3857973"/>
                  </a:lnTo>
                  <a:lnTo>
                    <a:pt x="0" y="3828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フリーフォーム: 図形 26">
              <a:extLst>
                <a:ext uri="{FF2B5EF4-FFF2-40B4-BE49-F238E27FC236}">
                  <a16:creationId xmlns:a16="http://schemas.microsoft.com/office/drawing/2014/main" id="{DE9E7113-F235-81EC-6586-9F2AA6710248}"/>
                </a:ext>
              </a:extLst>
            </p:cNvPr>
            <p:cNvSpPr/>
            <p:nvPr/>
          </p:nvSpPr>
          <p:spPr>
            <a:xfrm rot="21053759">
              <a:off x="8405050" y="1500195"/>
              <a:ext cx="183369" cy="3857610"/>
            </a:xfrm>
            <a:custGeom>
              <a:avLst/>
              <a:gdLst>
                <a:gd name="csX0" fmla="*/ 0 w 183369"/>
                <a:gd name="csY0" fmla="*/ 0 h 3857610"/>
                <a:gd name="csX1" fmla="*/ 183369 w 183369"/>
                <a:gd name="csY1" fmla="*/ 29384 h 3857610"/>
                <a:gd name="csX2" fmla="*/ 183369 w 183369"/>
                <a:gd name="csY2" fmla="*/ 3857610 h 3857610"/>
                <a:gd name="csX3" fmla="*/ 0 w 183369"/>
                <a:gd name="csY3" fmla="*/ 3828226 h 3857610"/>
                <a:gd name="csX4" fmla="*/ 0 w 183369"/>
                <a:gd name="csY4" fmla="*/ 0 h 3857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3369" h="3857610">
                  <a:moveTo>
                    <a:pt x="0" y="0"/>
                  </a:moveTo>
                  <a:lnTo>
                    <a:pt x="183369" y="29384"/>
                  </a:lnTo>
                  <a:lnTo>
                    <a:pt x="183369" y="3857610"/>
                  </a:lnTo>
                  <a:lnTo>
                    <a:pt x="0" y="3828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686F2DFA-4A51-B6B1-56C3-21235A87BDEB}"/>
              </a:ext>
            </a:extLst>
          </p:cNvPr>
          <p:cNvSpPr>
            <a:spLocks noChangeAspect="1"/>
          </p:cNvSpPr>
          <p:nvPr/>
        </p:nvSpPr>
        <p:spPr>
          <a:xfrm>
            <a:off x="2504217" y="1539000"/>
            <a:ext cx="6048000" cy="3780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8CD7D18B-B713-D439-B1D8-A38BCC400611}"/>
              </a:ext>
            </a:extLst>
          </p:cNvPr>
          <p:cNvGrpSpPr/>
          <p:nvPr/>
        </p:nvGrpSpPr>
        <p:grpSpPr>
          <a:xfrm>
            <a:off x="2707891" y="3429000"/>
            <a:ext cx="4031873" cy="1659399"/>
            <a:chOff x="5583689" y="39277"/>
            <a:chExt cx="4031873" cy="1659399"/>
          </a:xfrm>
        </p:grpSpPr>
        <p:sp>
          <p:nvSpPr>
            <p:cNvPr id="59" name="テキスト ボックス 58">
              <a:extLst>
                <a:ext uri="{FF2B5EF4-FFF2-40B4-BE49-F238E27FC236}">
                  <a16:creationId xmlns:a16="http://schemas.microsoft.com/office/drawing/2014/main" id="{1DB4E0B9-7CD4-66CA-775D-A81FBC7C0A84}"/>
                </a:ext>
              </a:extLst>
            </p:cNvPr>
            <p:cNvSpPr txBox="1"/>
            <p:nvPr/>
          </p:nvSpPr>
          <p:spPr>
            <a:xfrm>
              <a:off x="5583689" y="39277"/>
              <a:ext cx="2236510" cy="584775"/>
            </a:xfrm>
            <a:prstGeom prst="rect">
              <a:avLst/>
            </a:prstGeom>
            <a:noFill/>
            <a:effectLst>
              <a:outerShdw blurRad="152400" dist="165100" dir="2700000" algn="tl" rotWithShape="0">
                <a:prstClr val="black">
                  <a:alpha val="80000"/>
                </a:prstClr>
              </a:outerShdw>
              <a:softEdge rad="0"/>
            </a:effectLst>
          </p:spPr>
          <p:txBody>
            <a:bodyPr wrap="none" rtlCol="0">
              <a:spAutoFit/>
            </a:bodyPr>
            <a:lstStyle/>
            <a:p>
              <a:r>
                <a:rPr kumimoji="1" lang="ja-JP" altLang="en-US" sz="32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白石研究所</a:t>
              </a:r>
            </a:p>
          </p:txBody>
        </p:sp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FFF0CF7E-4280-72CD-165F-04A0A9F35F68}"/>
                </a:ext>
              </a:extLst>
            </p:cNvPr>
            <p:cNvSpPr txBox="1"/>
            <p:nvPr/>
          </p:nvSpPr>
          <p:spPr>
            <a:xfrm>
              <a:off x="5583689" y="683013"/>
              <a:ext cx="4031873" cy="1015663"/>
            </a:xfrm>
            <a:prstGeom prst="rect">
              <a:avLst/>
            </a:prstGeom>
            <a:noFill/>
            <a:effectLst>
              <a:outerShdw blurRad="152400" dist="165100" dir="2700000" algn="tl" rotWithShape="0">
                <a:prstClr val="black">
                  <a:alpha val="80000"/>
                </a:prstClr>
              </a:outerShdw>
              <a:softEdge rad="0"/>
            </a:effectLst>
          </p:spPr>
          <p:txBody>
            <a:bodyPr wrap="none" rtlCol="0">
              <a:spAutoFit/>
            </a:bodyPr>
            <a:lstStyle/>
            <a:p>
              <a:r>
                <a:rPr kumimoji="1" lang="ja-JP" altLang="en-US" sz="6000" b="1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料理研究部</a:t>
              </a:r>
            </a:p>
          </p:txBody>
        </p:sp>
      </p:grpSp>
      <p:pic>
        <p:nvPicPr>
          <p:cNvPr id="63" name="図 62">
            <a:extLst>
              <a:ext uri="{FF2B5EF4-FFF2-40B4-BE49-F238E27FC236}">
                <a16:creationId xmlns:a16="http://schemas.microsoft.com/office/drawing/2014/main" id="{A5F4F6B6-9F4E-F484-A0F0-EA5CD4B65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201" y="-86716"/>
            <a:ext cx="396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280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6</Words>
  <Application>Microsoft Office PowerPoint</Application>
  <PresentationFormat>ワイド画面</PresentationFormat>
  <Paragraphs>3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和暉 白石</dc:creator>
  <cp:lastModifiedBy>和暉 白石</cp:lastModifiedBy>
  <cp:revision>3</cp:revision>
  <dcterms:created xsi:type="dcterms:W3CDTF">2026-03-20T03:53:16Z</dcterms:created>
  <dcterms:modified xsi:type="dcterms:W3CDTF">2026-03-22T14:51:54Z</dcterms:modified>
</cp:coreProperties>
</file>